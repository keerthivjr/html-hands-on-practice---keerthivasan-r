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67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0"/>
            <a:ext cx="3200400" cy="32004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86868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188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Structures,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Structs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C# 12 · .NET 8 · Visual Studio 2022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Guide for Freshers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83664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3664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36592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63056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0" y="4297680"/>
            <a:ext cx="12801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4297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| C# Programming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journey through C# data containers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486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1344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Overview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8408" y="173736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&amp; why they matter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5486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67528" y="134416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Collections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367528" y="173736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Dictionaries, Queues, Stacks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68880"/>
            <a:ext cx="5486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8408" y="257860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(Value Types)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8408" y="297180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custom value types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468880"/>
            <a:ext cx="5486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4688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67528" y="257860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(C# 9+)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67528" y="297180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data models with value equality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03320"/>
            <a:ext cx="548640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0332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78408" y="381304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vs Structs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8408" y="420624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— side-by-side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7033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03320"/>
            <a:ext cx="548640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70332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67528" y="381304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367528" y="420624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C# 12 / .NET 8 demos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Data Structures?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ways to store, access, and manage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 is a way of organizing and storing data in memory so it can be accessed and modified efficiently.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Matter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multiple values under one 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structure = better performance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every real-world application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provides rich built-in collections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 adds even more expressive syntax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2893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Array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56048" y="1554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shelf — same-type items in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947672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947672"/>
            <a:ext cx="54864" cy="6217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002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List&lt;T&gt;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56048" y="22677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notepad — add/remove anytime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60904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660904"/>
            <a:ext cx="54864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715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Dictionary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56048" y="2980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folders — find by key instantly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374136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374136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429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Struct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56048" y="3694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blueprint — value-type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4087368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4087368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41422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Record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56048" y="4407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— data with equality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in C#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collection of elements of the same 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0116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98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set at creation;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grow or shrink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234440"/>
            <a:ext cx="20116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298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Zero-Indexed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96312" y="16093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element is at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[0]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72584" y="1234440"/>
            <a:ext cx="20116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72584" y="1298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72584" y="16093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must be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48856" y="1234440"/>
            <a:ext cx="201168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48856" y="1298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48856" y="160934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element access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633472"/>
            <a:ext cx="68580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3347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3127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9848" y="2633472"/>
            <a:ext cx="68580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263347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9848" y="3127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9656" y="2633472"/>
            <a:ext cx="68580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19656" y="263347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19656" y="3127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9464" y="2633472"/>
            <a:ext cx="68580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263347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69464" y="3127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9272" y="2633472"/>
            <a:ext cx="685800" cy="475488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9272" y="2633472"/>
            <a:ext cx="685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19272" y="312724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69080" y="1207008"/>
            <a:ext cx="4754880" cy="3611880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4223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4223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197096" y="1298448"/>
            <a:ext cx="449884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1D Array Declaration &amp; Initialization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numbers = new int[5];          // Empty array of 5 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scores  = { 10, 20, 30, 40, 50 }; // Inline init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 elements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Console.WriteLine(scores[0]);        // Output: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Console.WriteLine(scores.Length);    // Output: 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through array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(int score in scores)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Console.WriteLine(score);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2D Array (Matrix)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int[,] matrix = new int[3, 3];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matrix[0, 0] = 1;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12 – Collection Expressions (new!)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evens = [2, 4, 6, 8, 10];     // ✅ New syntax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— Dynamic Collections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Resizable, type-safe list from System.Collections.Generic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4160520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List&lt;T&gt;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Fixed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Dynamic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Add Items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Not allowed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✅ Add() / Insert()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Remove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❌ Not allowed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✅ Remove() / RemoveAt()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Performance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Fast read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Slightly more overhead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Use When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Size is known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</a:rPr>
                        <a:t>Size can change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1207008"/>
            <a:ext cx="4160520" cy="3657600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3659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659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791456" y="1298448"/>
            <a:ext cx="39044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System.Collections.Generic;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List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fruits = new List&lt;string&gt;();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fruits.Add("Apple");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fruits.Add("Banana");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fruits.Add("Cherry");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12 – Collection Expression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cities = ["Delhi", "Mumbai", "Pune"];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Operations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fruits.Insert(1, "Avocado");   // Insert at index 1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fruits.Remove("Banana");        // Remove by value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fruits.RemoveAt(0);             // Remove at index 0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Console.WriteLine(fruits.Count);// Output: 2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existence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hasApple = fruits.Contains("Apple"); // true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 &amp; Reverse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fruits.Sort();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fruits.Reverse();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(string fruit in fruits)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Console.WriteLine(fruit);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Dictionary&lt;TKey, TValue&gt;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 collection — instant lookup by key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4630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298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4832" y="1298448"/>
            <a:ext cx="1554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27632"/>
            <a:ext cx="14630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627632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773936"/>
            <a:ext cx="3017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1737360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162763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221992"/>
            <a:ext cx="14630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4832" y="2221992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368296"/>
            <a:ext cx="3017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2331720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222199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84832" y="222199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16352"/>
            <a:ext cx="14630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84832" y="2816352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962656"/>
            <a:ext cx="3017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2926080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281635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84832" y="28163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"Delhi"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410712"/>
            <a:ext cx="14630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3410712"/>
            <a:ext cx="155448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3557016"/>
            <a:ext cx="30175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83080" y="3520440"/>
            <a:ext cx="301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341071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84832" y="341071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1605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Average Lookup!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931920" y="1207008"/>
            <a:ext cx="4892040" cy="3749040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0507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0507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059936" y="1298448"/>
            <a:ext cx="46360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Dictionary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Dictionary&lt;string, int&gt; scores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Dictionary&lt;string, int&gt;();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key-value pairs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scores.Add("Alice", 95);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scores.Add("Bob",   88);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scores["Charlie"] = 92;  // Another way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12 – Collection Expression / Init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ages = new Dictionary&lt;string, int&gt;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"Alice", 25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"Bob",   30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 values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Console.WriteLine(scores["Alice"]); // 95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 access (no exception)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(scores.TryGetValue("Dave", out int val))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Console.WriteLine(val);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key existence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exists = scores.ContainsKey("Bob"); // true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kvp in scores)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Console.WriteLine($"{kvp.Key}: {kvp.Value}");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scores.Remove("Bob");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Console.WriteLine(scores.Count); // 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Queue&lt;T&gt; &amp; Stack&lt;T&gt;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and LIFO data structures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54864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Queue&lt;T&gt; — FIFO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6002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 |  Like a ticket line 🎟️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7132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659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7320" y="1965960"/>
            <a:ext cx="7132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9659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40280" y="1965960"/>
            <a:ext cx="7132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9659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63240" y="1965960"/>
            <a:ext cx="7132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96596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" y="25146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Dequeue (front)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5146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(back)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Queue&lt;int&gt; q = new Queue&lt;int&gt;();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q.Enqueue(10); q.Enqueue(20);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first = q.Dequeue(); // 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peek  = q.Peek();    // 20 (no remove)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2344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234440"/>
            <a:ext cx="54864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Stack&lt;T&gt; — LIFO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73752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  |  Like a stack of plates 🍽️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920240"/>
            <a:ext cx="219456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9202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(top)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194560"/>
            <a:ext cx="21945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468880"/>
            <a:ext cx="21945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4688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743200"/>
            <a:ext cx="219456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743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(bottom)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990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Stack&lt;int&gt; st = new Stack&lt;int&gt;();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st.Push(1); st.Push(2); st.Push(3);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top  = st.Pop();  // 3 (removed)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peek = st.Peek(); // 2 (not removed)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42062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Use Cases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576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spooler, BFS graph, task scheduling, request handling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749040"/>
            <a:ext cx="41148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Use Cases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40416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Undo/redo, browser back, parsing expressions, recursion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— Value Types in C#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stack-allocated custom data containers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25603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9751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the stack;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on assignment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Inheritance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inherit from another struct or class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25603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17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Constructor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constructor always exists in .NET 8+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25603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by Default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8953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can be changed unless marked readonly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97680"/>
            <a:ext cx="256032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97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535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short-lived objects: Point, Color, Money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36592" y="1124712"/>
            <a:ext cx="4160520" cy="6502086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456" y="1298447"/>
            <a:ext cx="3904488" cy="6410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Basic Struct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struct Point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X { get; set;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Y { get; set; 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Constructor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Point(double x, double y)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 = y;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DistanceTo(Point other)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dx = X - other.X;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dy = Y - other.Y;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Math.Sqrt(dx*dx + dy*dy);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 string ToString()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$"Point({X}, {Y})";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p1 = new Point(0, 0);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p2 = new Point(3, 4);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Console.WriteLine(p1.DistanceTo(p2)); // 5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readonly struct — immutable (C# 7.2+)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readonly struct Money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Amount { get; init;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 Currency { get; init; }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12 — ref struct (stack-only)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struct BufferWrapper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Span&lt;byte&gt; Buffer;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— Immutable Data Models (C# 9+)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types with built-in value-based equality and immutability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5727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Equality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39112" y="12344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1234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by Default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58184" y="1234440"/>
            <a:ext cx="15727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8184" y="1234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with-expression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77256" y="12344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1234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ToString()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96328" y="1234440"/>
            <a:ext cx="157276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12344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719072"/>
            <a:ext cx="4160520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19072"/>
            <a:ext cx="64008" cy="32644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Records Special?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217627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auto-generates Equals(), GetHashCode(), and ToString()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records with same values are considered EQUAL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records generate a constructor automatically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keyword to create modified copies (non-destructive mutation)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struct (C# 10) combines record + struct benefits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init-only properties prevent accidental mutation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DTOs, API responses, domain models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6312" y="1581911"/>
            <a:ext cx="4207647" cy="5773027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91456" y="1586483"/>
            <a:ext cx="3904488" cy="5763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Positional Record (C# 9) — most concise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Person(string Name, int Age);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p1 = new Person("Alice", 30);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p2 = new Person("Alice", 30);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 equality (unlike classes!)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Console.WriteLine(p1 == p2);     // True 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Console.WriteLine(p1.Equals(p2)); // True ✅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 ToString()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Console.WriteLine(p1);   // Person { Name = Alice, Age = 30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Non-destructive mutation using 'with'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p3 = p1 with { Age = 31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Console.WriteLine(p3);   // Person { Name = Alice, Age = 31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Console.WriteLine(p1);   // Original unchanged!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Deconstruct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(name, age) = p1;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Console.WriteLine($"{name} is {age}");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Verbose record (with custom logic)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Employee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Name  { get; init; } = "";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Salary { get; init;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Display()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$"{Name} earns {Salary:C}";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record struct (C# 10) — value type record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struct Coordinate(double Lat, double Lng);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vs Structs vs Classes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type for the right job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Record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Record Struct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Type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Reference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Reference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Equality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Reference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Value ✅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Value ✅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Immutable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Manual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Manual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Yes (init)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Yes (init)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Inheritance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with keyword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Auto ToString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Heap/Stack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Heap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Stack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Heap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Stack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</a:rPr>
                        <a:t>Best For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Complex OOP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Small data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Immutable DTO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Small immutable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572000"/>
            <a:ext cx="202996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720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Use Class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0040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inheritance, reference semantics, or complex behavior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96312" y="4572000"/>
            <a:ext cx="202996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8"/>
          <p:cNvSpPr/>
          <p:nvPr/>
        </p:nvSpPr>
        <p:spPr>
          <a:xfrm>
            <a:off x="2496312" y="45720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Use Struct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96312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small, frequently created value objects (Point, Color, Size)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72584" y="4572000"/>
            <a:ext cx="2029968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584" y="45720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Use Record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72584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immutable data models, DTOs, API responses, equality by value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848856" y="4572000"/>
            <a:ext cx="202996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48856" y="4572000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Use Record Struct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48856" y="477316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small, immutable, high-performance value objects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&amp; Anonymous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data without a formal class 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Tuple?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61848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structure to hold multiple values of different types in a single variable. Great for returning multiple values from a method.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77440"/>
            <a:ext cx="6400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6888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76148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'new { }' syntax — useful for LINQ projections and temporary data grouping. Properties are read-only and inferred by the compiler.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35204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Tuples: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84048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multiple values from a method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data grouping in LINQ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values without a temp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grouped data without a class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207008"/>
            <a:ext cx="4160520" cy="3767328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1042416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0378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91456" y="1298448"/>
            <a:ext cx="3904488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 7+ Value Tuples (named fields)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person = (Name: "Alice", Age: 30);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Console.WriteLine(person.Name); // Alice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Console.WriteLine(person.Age);  // 30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 returning multiple values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(string Name, int Score) GetTopStudent()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("Bob", 98);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(name, score) = GetTopStudent(); // Deconstruct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Console.WriteLine($"{name}: {score}");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names (positional)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x, int y) point = (10, 20);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Console.WriteLine(point.Item1); // 10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Swap using tuples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5, b = 10;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= (b, a);  // Swap! a=10, b=5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Anonymous Type (read-only, LINQ use)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emp = new { Name = "Charlie", Dept = "IT"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Console.WriteLine(emp.Name); // Charlie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Tuple in LINQ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employees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.Select(e =&gt; (e.Name, e.Salary))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.Where(t =&gt; t.Salary &gt; 50000);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Student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data structures in one C# 12 / .NET 8 application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8503920" cy="3794760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069848"/>
            <a:ext cx="7315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652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CODE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48056" y="1325880"/>
            <a:ext cx="82478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Records: Immutable student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Student(int Id, string Name, double GPA);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Struct: Lightweight grade container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struct Grade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Subject { get; init;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   Marks   { get; init;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StudentManager using multiple structures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StudentManager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List&lt;Student&gt; _students = [];           //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Dictionary&lt;int, List&lt;Grade&gt;&gt; _grades = []; // Dict of Lists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AddStudent(Student 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_students.Add(s);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_grades[s.Id] = [];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AddGrade(int studentId, Grade 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_grades[studentId].Add(g);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Student? GetTopStudent()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_students.MaxBy(s =&gt; s.GPA);  // .NET 6+ LINQ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IEnumerable&lt;Student&gt; GetHonorRoll(double minGpa)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_students.Where(s =&gt; s.GPA &gt;= minGpa);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Usage (Program.cs — .NET 8 top-level)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mgr = new StudentManager();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mgr.AddStudent(new Student(1, "Alice", 9.5));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mgr.AddStudent(new Student(2, "Bob",   8.2));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mgr.AddGrade(1, new Grade { Subject = "C#", Marks = 98 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top = mgr.GetTopStudent();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Console.WriteLine($"Top: {top}");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Top: Student { Id = 1, Name = Alice, GPA = 9.5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s in mgr.GetHonorRoll(9.0))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Console.WriteLine(s.Name); // Alice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in Visual Studio 2022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C# 12 / .NET 8 project in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2022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" y="167335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Community (free) from visualstudio.microsoft.com.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'.NET desktop development' workload during setup.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85816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85816" y="1673352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→ Project → Console App (.NET)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project, choose .NET 8.0 (LTS), click Create.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81635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6696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.csproj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696" y="293522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&lt;TargetFramework&gt;net8.0&lt;/TargetFramework&gt;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&lt;LangVersion&gt;12&lt;/LangVersion&gt; (or latest).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523744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1635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163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85816" y="26151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&amp; Run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85816" y="293522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C# code in Program.cs.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F5 to run or Ctrl+F5 to run without debugging.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785616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07822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696" y="3877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NuGet Packages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6696" y="419709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project → Manage NuGet Packages.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install libraries like Newtonsoft.Json etc.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785616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407822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85816" y="3877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85816" y="419709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while debugging — VS 2022 applies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instantly without restarting (Ctrl+Shift+Alt+F5).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Cheat Sheet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syntax for every data structure covered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8503920" cy="3657600"/>
          </a:xfrm>
          <a:prstGeom prst="rect">
            <a:avLst/>
          </a:prstGeom>
          <a:solidFill>
            <a:srgbClr val="0F1B2D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nums = [1, 2, 3, 4, 5];                         // C# 12 collection expression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List&lt;T&gt;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["Alice", "Bob"];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names.Add("Charlie");  names.Remove("Bob");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Dictionary&lt;TKey, TValue&gt;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Dictionary&lt;string, int&gt; ages = new() { {"Alice", 25}, {"Bob", 30}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ages.TryGetValue("Alice", out int age);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Queue &amp; Stack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Queue&lt;int&gt; q = new(); q.Enqueue(1); int first = q.Dequeue();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Stack&lt;int&gt; st = new(); st.Push(99); int top = st.Pop();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Struct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struct Point { public double X, Y;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p = new Point { X = 3, Y = 4 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Record (positional)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Person(string Name, int Age);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person = new Person("Alice", 30);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updated = person with { Age = 31 };   // Non-destructive copy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Record Struct (C# 10+)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record struct Coord(double Lat, double Lng);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(Name: "Alice", Score: 98);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(n, s) = result;                      // Deconstruct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fresher should remember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1234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25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3990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Fixed-size, zero-indexed. Use when count is known at compile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67128"/>
            <a:ext cx="6400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258568"/>
            <a:ext cx="12344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2585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331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 dynamic collection. Use for most everyday scenarios.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99816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99816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191256"/>
            <a:ext cx="1234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191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2644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store for lightning-fast lookups (O(1) average).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032504"/>
            <a:ext cx="4343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32504"/>
            <a:ext cx="6400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" y="4123944"/>
            <a:ext cx="12344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12394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Queue/Stack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1970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 FIFO for queues, LIFO for stacks.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92040" y="12344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6632" y="1325880"/>
            <a:ext cx="1234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1325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39903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type. Use for small, short-lived data — avoid large structs.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2167128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167128"/>
            <a:ext cx="64008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56632" y="2258568"/>
            <a:ext cx="12344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22585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reference type with value equality. Perfect for DTOs.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92040" y="3099816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09981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56632" y="3191256"/>
            <a:ext cx="1234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56632" y="31912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12 Bonus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32644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expressions [ ] work for arrays, lists, and more!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64008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🎓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Code!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114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· Records · Structs · C# 12 · .NET 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773168"/>
            <a:ext cx="265176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4773168"/>
            <a:ext cx="265176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4773168"/>
            <a:ext cx="2651760" cy="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C# Programming Series — Keep building, keep learning!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3104</Words>
  <Application>Microsoft Office PowerPoint</Application>
  <PresentationFormat>On-screen Show (16:9)</PresentationFormat>
  <Paragraphs>572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Structures, Records &amp; Structures in C# 12 / .NET 8</dc:title>
  <dc:subject>PptxGenJS Presentation</dc:subject>
  <dc:creator>PptxGenJS</dc:creator>
  <cp:lastModifiedBy>Venkatgiri Ganesh T</cp:lastModifiedBy>
  <cp:revision>3</cp:revision>
  <dcterms:created xsi:type="dcterms:W3CDTF">2026-03-08T06:08:29Z</dcterms:created>
  <dcterms:modified xsi:type="dcterms:W3CDTF">2026-03-12T13:04:53Z</dcterms:modified>
</cp:coreProperties>
</file>