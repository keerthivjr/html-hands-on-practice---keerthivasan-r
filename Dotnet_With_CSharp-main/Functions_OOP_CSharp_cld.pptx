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14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137160" cy="506120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926080" cy="2926080"/>
          </a:xfrm>
          <a:prstGeom prst="ellipse">
            <a:avLst/>
          </a:prstGeom>
          <a:solidFill>
            <a:srgbClr val="2D6A4F">
              <a:alpha val="22000"/>
            </a:srgbClr>
          </a:solidFill>
          <a:ln w="12700">
            <a:solidFill>
              <a:srgbClr val="2D6A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548640"/>
            <a:ext cx="1645920" cy="164592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94360"/>
            <a:ext cx="22860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94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4A261"/>
                </a:solidFill>
              </a:rPr>
              <a:t>MODULE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Functions Or Methods(C#)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52B788"/>
                </a:solidFill>
              </a:rPr>
              <a:t>Object-Oriented Programming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2011680" cy="347472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487168"/>
            <a:ext cx="64008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4871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B0"/>
                </a:solidFill>
              </a:rPr>
              <a:t>Parameters &amp; Return Types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87752" y="2487168"/>
            <a:ext cx="2011680" cy="347472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2487168"/>
            <a:ext cx="64008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24871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B0"/>
                </a:solidFill>
              </a:rPr>
              <a:t>Method Overloading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64024" y="2487168"/>
            <a:ext cx="2011680" cy="347472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2487168"/>
            <a:ext cx="64008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871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B0"/>
                </a:solidFill>
              </a:rPr>
              <a:t>Classes &amp; Objects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0296" y="2487168"/>
            <a:ext cx="2011680" cy="347472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0296" y="2487168"/>
            <a:ext cx="64008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24871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B0"/>
                </a:solidFill>
              </a:rPr>
              <a:t>Encapsulation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7160" y="4480560"/>
            <a:ext cx="9006840" cy="66294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80560"/>
            <a:ext cx="85039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8E"/>
                </a:solidFill>
              </a:rPr>
              <a:t>Designed for Freshers  ·  C# and .NET 8  ·  Beginner Friendly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TODAY'S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58368" cy="10241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658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8136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What is a Function / Method?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8136" y="16733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Definition, syntax, and why we use them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658368" cy="10241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70432"/>
            <a:ext cx="658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77256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Parameters &amp; Return Types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77256" y="16733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Passing data in and getting results out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04872"/>
            <a:ext cx="658368" cy="10241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04872"/>
            <a:ext cx="658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88136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Method Overloading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88136" y="2907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Same name, different signatures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0487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04872"/>
            <a:ext cx="658368" cy="10241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404872"/>
            <a:ext cx="658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77256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Classes &amp; Objects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77256" y="2907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Blueprints and real-world instances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39312"/>
            <a:ext cx="658368" cy="10241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39312"/>
            <a:ext cx="658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88136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Encapsulation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88136" y="4142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Access modifiers, properties, data hiding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39312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39312"/>
            <a:ext cx="658368" cy="10241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39312"/>
            <a:ext cx="658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77256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77256" y="4142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Summary &amp; best practices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a Method?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8046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C5B0"/>
                </a:solidFill>
              </a:rPr>
              <a:t>A method is a named block of code that performs a specific task. It can be called (invoked) any number of times — avoiding code repetition.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4846320" cy="2788920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130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8E"/>
                </a:solidFill>
              </a:rPr>
              <a:t>C#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 Anatomy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accessModifier  returnType  MethodName(parameters)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79776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method body — code goes here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80944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value; // if not void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84448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 example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85616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 int  Add(int a, int b)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86784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4572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1143000"/>
            <a:ext cx="3429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0680" y="1143000"/>
            <a:ext cx="47548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14300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9320" y="12070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Reusability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89320" y="15087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Write once, call many times. No duplicate code.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2039112"/>
            <a:ext cx="3429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0680" y="2039112"/>
            <a:ext cx="47548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2039112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89320" y="2103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Modularity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24048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Break complex programs into small, manageable pieces.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2935224"/>
            <a:ext cx="3429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40680" y="2935224"/>
            <a:ext cx="47548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2935224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89320" y="29992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Readability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89320" y="330098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Named methods make code self-documenting and easier to understand.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40680" y="3831336"/>
            <a:ext cx="3429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40680" y="3831336"/>
            <a:ext cx="475488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3831336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④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89320" y="38953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</a:rPr>
              <a:t>Testability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89320" y="419709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Each method does one job — easy to test in isolation.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Parameters &amp; Arguments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512064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5B0"/>
                </a:solidFill>
              </a:rPr>
              <a:t>Parameters = inputs a method expects  ·  Arguments = actual values passed when calling the method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724912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Value Parameters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2724912" cy="1691640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Square(int 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5328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77977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Console.Write(n*n);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30266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32735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3520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Square(5); // Output: 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272491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913632"/>
            <a:ext cx="73152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950208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A copy is passed. Changes inside do NOT affect the original.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7832" y="1828800"/>
            <a:ext cx="2724912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8288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ref Parameters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27832" y="2135124"/>
            <a:ext cx="2724912" cy="1769364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Double(ref int 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5328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277977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n * 2;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30266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32735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x=4; Double(ref x);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7673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is now 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27832" y="3913632"/>
            <a:ext cx="272491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3913632"/>
            <a:ext cx="73152" cy="84124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3950208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Passes the actual variable. Changes AFFECT the original.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35624" y="1828800"/>
            <a:ext cx="2724912" cy="3657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8288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out Parameters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35624" y="2212848"/>
            <a:ext cx="2724912" cy="1691640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45352" y="22860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TryParse(string s,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45352" y="25328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int result)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45352" y="277977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45352" y="30266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int.Parse(s);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45352" y="32735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45352" y="3520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35624" y="3913632"/>
            <a:ext cx="272491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35624" y="3913632"/>
            <a:ext cx="73152" cy="84124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3950208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Used to return multiple values from a single method.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B0"/>
                </a:solidFill>
              </a:rPr>
              <a:t>💡  Optional Parameters: void Greet(string name = "World") { }  — caller may skip the argument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Return Types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754880" cy="3749040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void — returns nothing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82573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PrintHello()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53070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67883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Console.WriteLine("Hello!");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26971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97510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123237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 — returns a number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27137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Multiply(int a, int b)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41950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567635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* b;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71576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863901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01203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— returns text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16016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GetGreeting(string name)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308299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45643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"Hello, " + name;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604565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75269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90083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bool — returns true/false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048963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IsAdult(int age)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19709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345229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age &gt;= 18;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49336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03520" y="1143000"/>
            <a:ext cx="3520440" cy="38404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143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Return Type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1143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What It Returns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1536192"/>
            <a:ext cx="3520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15361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75120" y="15361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Returns nothing. Just performs an action.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1993392"/>
            <a:ext cx="352044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19933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75120" y="19933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Returns a whole number.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03520" y="2450592"/>
            <a:ext cx="3520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24505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75120" y="24505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Returns a decimal number.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2907792"/>
            <a:ext cx="352044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29077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675120" y="29077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Returns text.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03520" y="3364992"/>
            <a:ext cx="3520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33649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675120" y="33649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Returns true or false.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03520" y="3822192"/>
            <a:ext cx="352044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38221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List&lt;T&gt;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675120" y="38221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Returns a collection of items.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03520" y="4279392"/>
            <a:ext cx="3520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76672" y="42793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(generic)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675120" y="427939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8E"/>
                </a:solidFill>
              </a:rPr>
              <a:t>Returns any type — used in generic methods.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 Overloading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56692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7043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B0"/>
                </a:solidFill>
              </a:rPr>
              <a:t>Method Overloading = same method name, but different parameters (number or type). The compiler picks the right version automatically.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937760" cy="3063240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202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Overloaded Add methods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1226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a + b;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Add(double a, double 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a + b;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7238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644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b, int 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a + b + c;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484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Compiler picks the right one: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325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Add(2, 3);         // → int version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Add(2.5, 3.1);    // → double version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1655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Add(1, 2, 3);     // → 3-param version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1828800"/>
            <a:ext cx="342900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828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RULES OF OVERLOADING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2194560"/>
            <a:ext cx="34290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59552" y="2286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</a:rPr>
              <a:t>✅  Different number of parameters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59552" y="2651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</a:rPr>
              <a:t>✅  Different parameter types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3017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</a:rPr>
              <a:t>✅  Different parameter order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9552" y="3383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5042"/>
                </a:solidFill>
              </a:rPr>
              <a:t>❌  Return type alone is NOT enough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59552" y="37490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5042"/>
                </a:solidFill>
              </a:rPr>
              <a:t>❌  Parameter names alone is NOT enough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40680" y="4297680"/>
            <a:ext cx="3429000" cy="59436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4297680"/>
            <a:ext cx="73152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4325112"/>
            <a:ext cx="3218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B0"/>
                </a:solidFill>
              </a:rPr>
              <a:t>Why use it? Same action on different data types without inventing different method names — clean &amp; intuitive API.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OOP — Classes &amp; Objects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Real-world analogy: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170432"/>
            <a:ext cx="6172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C5B0"/>
                </a:solidFill>
              </a:rPr>
              <a:t>A CLASS is the blueprint (like an architectural drawing). An OBJECT is the actual house built from that blueprint. Many houses (objects) can be built from one blueprint (class).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658368" cy="2834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0240"/>
            <a:ext cx="6583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</a:rPr>
              <a:t>C L A S 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1920240"/>
            <a:ext cx="3977640" cy="2834640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993392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395728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Fields (data)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596896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Brand;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798064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Year;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999232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Color;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Method (behaviour)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602736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Honk()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803904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005072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Console.Write("Beep!");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206240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407408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1920240"/>
            <a:ext cx="658368" cy="283464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920240"/>
            <a:ext cx="6583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</a:rPr>
              <a:t>O B J E C 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920240"/>
            <a:ext cx="2880360" cy="2834640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19933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objects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35040" y="22128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 car1 = new Car();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243230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car1.Brand = "Toyota";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35040" y="26517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car1.Year = 2023;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0" y="28712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car1.Honk();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35040" y="33101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 car2 = new Car();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35040" y="35295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car2.Brand = "Honda";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35040" y="37490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car2.Year = 2022;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35040" y="39684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car2.Honk();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35040" y="41879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35040" y="44074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 objects, one class!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Anatomy of a Class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Fields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286000" cy="1481328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 raw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Name;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int _age;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508760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508760"/>
            <a:ext cx="73152" cy="14813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600200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8E"/>
                </a:solidFill>
              </a:rPr>
              <a:t>Variables that hold the state of an object. Private fields are prefixed with _.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160520" cy="36576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43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Constructor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2286000" cy="1481328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0020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when 'new' is called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Person(string n, int 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05740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n; _age = a;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508760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1508760"/>
            <a:ext cx="73152" cy="148132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600200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8E"/>
                </a:solidFill>
              </a:rPr>
              <a:t>Special method with same name as class. Initialises the object's fields.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099816"/>
            <a:ext cx="4160520" cy="3657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998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Properties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3465576"/>
            <a:ext cx="2286000" cy="1481328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570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Controlled access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7856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0142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2428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 =&gt; _age;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4714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 =&gt; _age = value;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7000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06040" y="3465576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3465576"/>
            <a:ext cx="73152" cy="14813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3557016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8E"/>
                </a:solidFill>
              </a:rPr>
              <a:t>Smart wrappers for fields — can add validation in get/set logic.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099816"/>
            <a:ext cx="4160520" cy="365760"/>
          </a:xfrm>
          <a:prstGeom prst="rect">
            <a:avLst/>
          </a:prstGeom>
          <a:solidFill>
            <a:srgbClr val="6B4E91"/>
          </a:solidFill>
          <a:ln w="12700">
            <a:solidFill>
              <a:srgbClr val="6B4E9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0998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Methods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3465576"/>
            <a:ext cx="2286000" cy="1481328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5570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behaviours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7856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Greet()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40142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42428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"Hi, I'm "+Name;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471416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40880" y="3465576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0880" y="3465576"/>
            <a:ext cx="73152" cy="1481328"/>
          </a:xfrm>
          <a:prstGeom prst="rect">
            <a:avLst/>
          </a:prstGeom>
          <a:solidFill>
            <a:srgbClr val="6B4E91"/>
          </a:solidFill>
          <a:ln w="12700">
            <a:solidFill>
              <a:srgbClr val="6B4E9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3557016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8E"/>
                </a:solidFill>
              </a:rPr>
              <a:t>What the object can DO. Contains the logic and operations of the class.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Encapsulation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4008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70432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5B0"/>
                </a:solidFill>
              </a:rPr>
              <a:t>Encapsulation = bundling data (fields) and methods together inside a class, and restricting direct access to internal data using access modifiers.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06908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02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Access Modifiers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042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10512" y="230428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8E"/>
                </a:solidFill>
              </a:rPr>
              <a:t>Accessible everywhere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07208"/>
            <a:ext cx="406908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07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10512" y="280720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8E"/>
                </a:solidFill>
              </a:rPr>
              <a:t>Only within the same class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101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10512" y="331012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8E"/>
                </a:solidFill>
              </a:rPr>
              <a:t>Class + derived (child) classes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813048"/>
            <a:ext cx="406908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130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10512" y="381304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8E"/>
                </a:solidFill>
              </a:rPr>
              <a:t>Same project/assembly 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07992" y="1588008"/>
            <a:ext cx="4206240" cy="3307080"/>
          </a:xfrm>
          <a:prstGeom prst="rect">
            <a:avLst/>
          </a:prstGeom>
          <a:solidFill>
            <a:srgbClr val="162820"/>
          </a:solidFill>
          <a:ln w="12700">
            <a:solidFill>
              <a:srgbClr val="1628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36592" y="2011680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BankAccount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36592" y="2176272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2340864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private — hidden from outside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2505456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_balance;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36592" y="267004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36592" y="2834640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public property with guard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36592" y="2999232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Balance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36592" y="3163824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3328416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 =&gt; _balance;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349300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DB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private set =&gt; _balance = value;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36592" y="3657600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36592" y="3822192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986784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Deposit(double amt)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4151376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36592" y="431596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(amt &gt; 0) _balance += amt;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36592" y="4480560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36592" y="4645152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2" y="4648200"/>
            <a:ext cx="8503920" cy="54864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" y="4675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B788"/>
                </a:solidFill>
              </a:rPr>
              <a:t>🔒 Data Safety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656332" y="4629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B788"/>
                </a:solidFill>
              </a:rPr>
              <a:t>🛠 Easier Maintenance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68596" y="46603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B788"/>
                </a:solidFill>
              </a:rPr>
              <a:t>🔍 Controlled Access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21424" y="4739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B788"/>
                </a:solidFill>
              </a:rPr>
              <a:t>🧩 Cleaner Code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B788"/>
                </a:solidFill>
              </a:rPr>
              <a:t>What you learned in this module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60520" cy="960120"/>
          </a:xfrm>
          <a:prstGeom prst="rect">
            <a:avLst/>
          </a:prstGeom>
          <a:solidFill>
            <a:srgbClr val="0F2318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54864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1417320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B0"/>
                </a:solidFill>
              </a:rPr>
              <a:t>Methods are reusable named code blocks — they keep your program DRY (Don't Repeat Yourself).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60520" cy="960120"/>
          </a:xfrm>
          <a:prstGeom prst="rect">
            <a:avLst/>
          </a:prstGeom>
          <a:solidFill>
            <a:srgbClr val="0F2318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2588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248" y="1417320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B0"/>
                </a:solidFill>
              </a:rPr>
              <a:t>Parameters pass data IN to a method. Return types send results OUT. Use void when nothing is returned.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496312"/>
            <a:ext cx="4160520" cy="960120"/>
          </a:xfrm>
          <a:prstGeom prst="rect">
            <a:avLst/>
          </a:prstGeom>
          <a:solidFill>
            <a:srgbClr val="0F2318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96312"/>
            <a:ext cx="54864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96312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8408" y="2587752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B0"/>
                </a:solidFill>
              </a:rPr>
              <a:t>Method Overloading lets you use the same name for methods that differ in their parameter list.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496312"/>
            <a:ext cx="4160520" cy="960120"/>
          </a:xfrm>
          <a:prstGeom prst="rect">
            <a:avLst/>
          </a:prstGeom>
          <a:solidFill>
            <a:srgbClr val="0F2318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96312"/>
            <a:ext cx="54864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96312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3248" y="2587752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B0"/>
                </a:solidFill>
              </a:rPr>
              <a:t>A Class is a blueprint; an Object is an instance. One class can create unlimited objects.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666744"/>
            <a:ext cx="4160520" cy="960120"/>
          </a:xfrm>
          <a:prstGeom prst="rect">
            <a:avLst/>
          </a:prstGeom>
          <a:solidFill>
            <a:srgbClr val="0F2318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666744"/>
            <a:ext cx="54864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6674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8408" y="3758184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B0"/>
                </a:solidFill>
              </a:rPr>
              <a:t>A class has Fields (data), a Constructor (initialization), Properties (controlled access) and Methods (behaviour).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666744"/>
            <a:ext cx="4160520" cy="960120"/>
          </a:xfrm>
          <a:prstGeom prst="rect">
            <a:avLst/>
          </a:prstGeom>
          <a:solidFill>
            <a:srgbClr val="0F2318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666744"/>
            <a:ext cx="548640" cy="960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6674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3248" y="3758184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B0"/>
                </a:solidFill>
              </a:rPr>
              <a:t>Encapsulation hides internal data using private fields and exposes safe access through public properties.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709160"/>
            <a:ext cx="9144000" cy="34290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70916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8E"/>
                </a:solidFill>
              </a:rPr>
              <a:t>Practice daily  ·  Use learn.microsoft.com  ·  Build small projects!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1303</Words>
  <Application>Microsoft Office PowerPoint</Application>
  <PresentationFormat>On-screen Show (16:9)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Functions, Methods &amp; OOP in C#</dc:title>
  <dc:subject>PptxGenJS Presentation</dc:subject>
  <dc:creator>PptxGenJS</dc:creator>
  <cp:lastModifiedBy>Venkatgiri Ganesh T</cp:lastModifiedBy>
  <cp:revision>3</cp:revision>
  <dcterms:created xsi:type="dcterms:W3CDTF">2026-03-08T15:02:27Z</dcterms:created>
  <dcterms:modified xsi:type="dcterms:W3CDTF">2026-03-10T08:01:30Z</dcterms:modified>
</cp:coreProperties>
</file>